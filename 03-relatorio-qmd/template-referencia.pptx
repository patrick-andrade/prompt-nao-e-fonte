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C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051560"/>
            <a:ext cx="7772400" cy="1645920"/>
          </a:xfrm>
        </p:spPr>
        <p:txBody>
          <a:bodyPr/>
          <a:lstStyle>
            <a:lvl1pPr>
              <a:defRPr sz="3600" b="1">
                <a:solidFill>
                  <a:srgbClr val="FFFFFF"/>
                </a:solidFill>
                <a:latin typeface="Aptos Display"/>
              </a:defRPr>
            </a:lvl1pPr>
            <a:lvl2pPr>
              <a:defRPr sz="3600" b="1">
                <a:solidFill>
                  <a:srgbClr val="FFFFFF"/>
                </a:solidFill>
                <a:latin typeface="Aptos Display"/>
              </a:defRPr>
            </a:lvl2pPr>
            <a:lvl3pPr>
              <a:defRPr sz="3600" b="1">
                <a:solidFill>
                  <a:srgbClr val="FFFFFF"/>
                </a:solidFill>
                <a:latin typeface="Aptos Display"/>
              </a:defRPr>
            </a:lvl3pPr>
            <a:lvl4pPr>
              <a:defRPr sz="3600" b="1">
                <a:solidFill>
                  <a:srgbClr val="FFFFFF"/>
                </a:solidFill>
                <a:latin typeface="Aptos Display"/>
              </a:defRPr>
            </a:lvl4pPr>
            <a:lvl5pPr>
              <a:defRPr sz="3600" b="1">
                <a:solidFill>
                  <a:srgbClr val="FFFFFF"/>
                </a:solidFill>
                <a:latin typeface="Aptos Display"/>
              </a:defRPr>
            </a:lvl5pPr>
            <a:lvl6pPr>
              <a:defRPr sz="3600" b="1">
                <a:solidFill>
                  <a:srgbClr val="FFFFFF"/>
                </a:solidFill>
                <a:latin typeface="Aptos Display"/>
              </a:defRPr>
            </a:lvl6pPr>
            <a:lvl7pPr>
              <a:defRPr sz="3600" b="1">
                <a:solidFill>
                  <a:srgbClr val="FFFFFF"/>
                </a:solidFill>
                <a:latin typeface="Aptos Display"/>
              </a:defRPr>
            </a:lvl7pPr>
            <a:lvl8pPr>
              <a:defRPr sz="3600" b="1">
                <a:solidFill>
                  <a:srgbClr val="FFFFFF"/>
                </a:solidFill>
                <a:latin typeface="Aptos Display"/>
              </a:defRPr>
            </a:lvl8pPr>
            <a:lvl9pPr>
              <a:defRPr sz="3600" b="1">
                <a:solidFill>
                  <a:srgbClr val="FFFFFF"/>
                </a:solidFill>
                <a:latin typeface="Aptos Display"/>
              </a:defRPr>
            </a:lvl9pPr>
          </a:lstStyle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71800"/>
            <a:ext cx="6400800" cy="1645920"/>
          </a:xfrm>
        </p:spPr>
        <p:txBody>
          <a:bodyPr/>
          <a:lstStyle>
            <a:lvl1pPr marL="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1pPr>
            <a:lvl2pPr marL="3429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2pPr>
            <a:lvl3pPr marL="6858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3pPr>
            <a:lvl4pPr marL="10287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4pPr>
            <a:lvl5pPr marL="13716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5pPr>
            <a:lvl6pPr marL="17145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6pPr>
            <a:lvl7pPr marL="20574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7pPr>
            <a:lvl8pPr marL="24003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8pPr>
            <a:lvl9pPr marL="2743200" indent="0" algn="ctr">
              <a:buNone/>
              <a:defRPr sz="2000" b="0">
                <a:solidFill>
                  <a:srgbClr val="CBE8F9"/>
                </a:solidFill>
                <a:latin typeface="Aptos"/>
              </a:defRPr>
            </a:lvl9pPr>
          </a:lstStyle>
          <a:p>
            <a:pPr>
              <a:defRPr sz="2000" b="0">
                <a:solidFill>
                  <a:srgbClr val="CBE8F9"/>
                </a:solidFill>
                <a:latin typeface="Aptos"/>
              </a:defRPr>
            </a:pPr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CBE8F9"/>
                </a:solidFill>
                <a:latin typeface="Aptos"/>
              </a:defRPr>
            </a:lvl1pPr>
            <a:lvl2pPr>
              <a:defRPr sz="900" b="0">
                <a:solidFill>
                  <a:srgbClr val="CBE8F9"/>
                </a:solidFill>
                <a:latin typeface="Aptos"/>
              </a:defRPr>
            </a:lvl2pPr>
            <a:lvl3pPr>
              <a:defRPr sz="900" b="0">
                <a:solidFill>
                  <a:srgbClr val="CBE8F9"/>
                </a:solidFill>
                <a:latin typeface="Aptos"/>
              </a:defRPr>
            </a:lvl3pPr>
            <a:lvl4pPr>
              <a:defRPr sz="900" b="0">
                <a:solidFill>
                  <a:srgbClr val="CBE8F9"/>
                </a:solidFill>
                <a:latin typeface="Aptos"/>
              </a:defRPr>
            </a:lvl4pPr>
            <a:lvl5pPr>
              <a:defRPr sz="900" b="0">
                <a:solidFill>
                  <a:srgbClr val="CBE8F9"/>
                </a:solidFill>
                <a:latin typeface="Aptos"/>
              </a:defRPr>
            </a:lvl5pPr>
            <a:lvl6pPr>
              <a:defRPr sz="900" b="0">
                <a:solidFill>
                  <a:srgbClr val="CBE8F9"/>
                </a:solidFill>
                <a:latin typeface="Aptos"/>
              </a:defRPr>
            </a:lvl6pPr>
            <a:lvl7pPr>
              <a:defRPr sz="900" b="0">
                <a:solidFill>
                  <a:srgbClr val="CBE8F9"/>
                </a:solidFill>
                <a:latin typeface="Aptos"/>
              </a:defRPr>
            </a:lvl7pPr>
            <a:lvl8pPr>
              <a:defRPr sz="900" b="0">
                <a:solidFill>
                  <a:srgbClr val="CBE8F9"/>
                </a:solidFill>
                <a:latin typeface="Aptos"/>
              </a:defRPr>
            </a:lvl8pPr>
            <a:lvl9pPr>
              <a:defRPr sz="900" b="0">
                <a:solidFill>
                  <a:srgbClr val="CBE8F9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CBE8F9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CBE8F9"/>
                </a:solidFill>
                <a:latin typeface="Aptos"/>
              </a:defRPr>
            </a:lvl1pPr>
            <a:lvl2pPr>
              <a:defRPr sz="900" b="0">
                <a:solidFill>
                  <a:srgbClr val="CBE8F9"/>
                </a:solidFill>
                <a:latin typeface="Aptos"/>
              </a:defRPr>
            </a:lvl2pPr>
            <a:lvl3pPr>
              <a:defRPr sz="900" b="0">
                <a:solidFill>
                  <a:srgbClr val="CBE8F9"/>
                </a:solidFill>
                <a:latin typeface="Aptos"/>
              </a:defRPr>
            </a:lvl3pPr>
            <a:lvl4pPr>
              <a:defRPr sz="900" b="0">
                <a:solidFill>
                  <a:srgbClr val="CBE8F9"/>
                </a:solidFill>
                <a:latin typeface="Aptos"/>
              </a:defRPr>
            </a:lvl4pPr>
            <a:lvl5pPr>
              <a:defRPr sz="900" b="0">
                <a:solidFill>
                  <a:srgbClr val="CBE8F9"/>
                </a:solidFill>
                <a:latin typeface="Aptos"/>
              </a:defRPr>
            </a:lvl5pPr>
            <a:lvl6pPr>
              <a:defRPr sz="900" b="0">
                <a:solidFill>
                  <a:srgbClr val="CBE8F9"/>
                </a:solidFill>
                <a:latin typeface="Aptos"/>
              </a:defRPr>
            </a:lvl6pPr>
            <a:lvl7pPr>
              <a:defRPr sz="900" b="0">
                <a:solidFill>
                  <a:srgbClr val="CBE8F9"/>
                </a:solidFill>
                <a:latin typeface="Aptos"/>
              </a:defRPr>
            </a:lvl7pPr>
            <a:lvl8pPr>
              <a:defRPr sz="900" b="0">
                <a:solidFill>
                  <a:srgbClr val="CBE8F9"/>
                </a:solidFill>
                <a:latin typeface="Aptos"/>
              </a:defRPr>
            </a:lvl8pPr>
            <a:lvl9pPr>
              <a:defRPr sz="900" b="0">
                <a:solidFill>
                  <a:srgbClr val="CBE8F9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CBE8F9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CBE8F9"/>
                </a:solidFill>
                <a:latin typeface="Aptos"/>
              </a:defRPr>
            </a:lvl1pPr>
            <a:lvl2pPr>
              <a:defRPr sz="900" b="0">
                <a:solidFill>
                  <a:srgbClr val="CBE8F9"/>
                </a:solidFill>
                <a:latin typeface="Aptos"/>
              </a:defRPr>
            </a:lvl2pPr>
            <a:lvl3pPr>
              <a:defRPr sz="900" b="0">
                <a:solidFill>
                  <a:srgbClr val="CBE8F9"/>
                </a:solidFill>
                <a:latin typeface="Aptos"/>
              </a:defRPr>
            </a:lvl3pPr>
            <a:lvl4pPr>
              <a:defRPr sz="900" b="0">
                <a:solidFill>
                  <a:srgbClr val="CBE8F9"/>
                </a:solidFill>
                <a:latin typeface="Aptos"/>
              </a:defRPr>
            </a:lvl4pPr>
            <a:lvl5pPr>
              <a:defRPr sz="900" b="0">
                <a:solidFill>
                  <a:srgbClr val="CBE8F9"/>
                </a:solidFill>
                <a:latin typeface="Aptos"/>
              </a:defRPr>
            </a:lvl5pPr>
            <a:lvl6pPr>
              <a:defRPr sz="900" b="0">
                <a:solidFill>
                  <a:srgbClr val="CBE8F9"/>
                </a:solidFill>
                <a:latin typeface="Aptos"/>
              </a:defRPr>
            </a:lvl6pPr>
            <a:lvl7pPr>
              <a:defRPr sz="900" b="0">
                <a:solidFill>
                  <a:srgbClr val="CBE8F9"/>
                </a:solidFill>
                <a:latin typeface="Aptos"/>
              </a:defRPr>
            </a:lvl7pPr>
            <a:lvl8pPr>
              <a:defRPr sz="900" b="0">
                <a:solidFill>
                  <a:srgbClr val="CBE8F9"/>
                </a:solidFill>
                <a:latin typeface="Aptos"/>
              </a:defRPr>
            </a:lvl8pPr>
            <a:lvl9pPr>
              <a:defRPr sz="900" b="0">
                <a:solidFill>
                  <a:srgbClr val="CBE8F9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CBE8F9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8229600" cy="822960"/>
          </a:xfrm>
        </p:spPr>
        <p:txBody>
          <a:bodyPr/>
          <a:lstStyle>
            <a:lvl1pPr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34440"/>
            <a:ext cx="8229600" cy="3657600"/>
          </a:xfrm>
        </p:spPr>
        <p:txBody>
          <a:bodyPr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7160"/>
            <a:ext cx="7772400" cy="822960"/>
          </a:xfrm>
        </p:spPr>
        <p:txBody>
          <a:bodyPr anchor="t"/>
          <a:lstStyle>
            <a:lvl1pPr algn="l"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1234440"/>
            <a:ext cx="7772400" cy="3657600"/>
          </a:xfrm>
        </p:spPr>
        <p:txBody>
          <a:bodyPr anchor="b"/>
          <a:lstStyle>
            <a:lvl1pPr marL="0" indent="0">
              <a:buNone/>
              <a:defRPr sz="1900" b="0">
                <a:solidFill>
                  <a:srgbClr val="243A50"/>
                </a:solidFill>
                <a:latin typeface="Aptos"/>
              </a:defRPr>
            </a:lvl1pPr>
            <a:lvl2pPr marL="342900" indent="0">
              <a:buNone/>
              <a:defRPr sz="1900" b="0">
                <a:solidFill>
                  <a:srgbClr val="243A50"/>
                </a:solidFill>
                <a:latin typeface="Aptos"/>
              </a:defRPr>
            </a:lvl2pPr>
            <a:lvl3pPr marL="685800" indent="0">
              <a:buNone/>
              <a:defRPr sz="1900" b="0">
                <a:solidFill>
                  <a:srgbClr val="243A50"/>
                </a:solidFill>
                <a:latin typeface="Aptos"/>
              </a:defRPr>
            </a:lvl3pPr>
            <a:lvl4pPr marL="1028700" indent="0">
              <a:buNone/>
              <a:defRPr sz="1900" b="0">
                <a:solidFill>
                  <a:srgbClr val="243A50"/>
                </a:solidFill>
                <a:latin typeface="Aptos"/>
              </a:defRPr>
            </a:lvl4pPr>
            <a:lvl5pPr marL="1371600" indent="0">
              <a:buNone/>
              <a:defRPr sz="1900" b="0">
                <a:solidFill>
                  <a:srgbClr val="243A50"/>
                </a:solidFill>
                <a:latin typeface="Aptos"/>
              </a:defRPr>
            </a:lvl5pPr>
            <a:lvl6pPr marL="1714500" indent="0">
              <a:buNone/>
              <a:defRPr sz="1900" b="0">
                <a:solidFill>
                  <a:srgbClr val="243A50"/>
                </a:solidFill>
                <a:latin typeface="Aptos"/>
              </a:defRPr>
            </a:lvl6pPr>
            <a:lvl7pPr marL="2057400" indent="0">
              <a:buNone/>
              <a:defRPr sz="1900" b="0">
                <a:solidFill>
                  <a:srgbClr val="243A50"/>
                </a:solidFill>
                <a:latin typeface="Aptos"/>
              </a:defRPr>
            </a:lvl7pPr>
            <a:lvl8pPr marL="2400300" indent="0">
              <a:buNone/>
              <a:defRPr sz="1900" b="0">
                <a:solidFill>
                  <a:srgbClr val="243A50"/>
                </a:solidFill>
                <a:latin typeface="Aptos"/>
              </a:defRPr>
            </a:lvl8pPr>
            <a:lvl9pPr marL="2743200" indent="0">
              <a:buNone/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8229600" cy="822960"/>
          </a:xfrm>
        </p:spPr>
        <p:txBody>
          <a:bodyPr/>
          <a:lstStyle>
            <a:lvl1pPr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34440"/>
            <a:ext cx="4038600" cy="3657600"/>
          </a:xfrm>
        </p:spPr>
        <p:txBody>
          <a:bodyPr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34440"/>
            <a:ext cx="4038600" cy="3657600"/>
          </a:xfrm>
        </p:spPr>
        <p:txBody>
          <a:bodyPr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8229600" cy="822960"/>
          </a:xfrm>
        </p:spPr>
        <p:txBody>
          <a:bodyPr/>
          <a:lstStyle>
            <a:lvl1pPr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34440"/>
            <a:ext cx="4040188" cy="3657600"/>
          </a:xfrm>
        </p:spPr>
        <p:txBody>
          <a:bodyPr anchor="b"/>
          <a:lstStyle>
            <a:lvl1pPr marL="0" indent="0">
              <a:buNone/>
              <a:defRPr sz="1900" b="0">
                <a:solidFill>
                  <a:srgbClr val="243A50"/>
                </a:solidFill>
                <a:latin typeface="Aptos"/>
              </a:defRPr>
            </a:lvl1pPr>
            <a:lvl2pPr marL="342900" indent="0">
              <a:buNone/>
              <a:defRPr sz="1900" b="0">
                <a:solidFill>
                  <a:srgbClr val="243A50"/>
                </a:solidFill>
                <a:latin typeface="Aptos"/>
              </a:defRPr>
            </a:lvl2pPr>
            <a:lvl3pPr marL="685800" indent="0">
              <a:buNone/>
              <a:defRPr sz="1900" b="0">
                <a:solidFill>
                  <a:srgbClr val="243A50"/>
                </a:solidFill>
                <a:latin typeface="Aptos"/>
              </a:defRPr>
            </a:lvl3pPr>
            <a:lvl4pPr marL="1028700" indent="0">
              <a:buNone/>
              <a:defRPr sz="1900" b="0">
                <a:solidFill>
                  <a:srgbClr val="243A50"/>
                </a:solidFill>
                <a:latin typeface="Aptos"/>
              </a:defRPr>
            </a:lvl4pPr>
            <a:lvl5pPr marL="1371600" indent="0">
              <a:buNone/>
              <a:defRPr sz="1900" b="0">
                <a:solidFill>
                  <a:srgbClr val="243A50"/>
                </a:solidFill>
                <a:latin typeface="Aptos"/>
              </a:defRPr>
            </a:lvl5pPr>
            <a:lvl6pPr marL="1714500" indent="0">
              <a:buNone/>
              <a:defRPr sz="1900" b="0">
                <a:solidFill>
                  <a:srgbClr val="243A50"/>
                </a:solidFill>
                <a:latin typeface="Aptos"/>
              </a:defRPr>
            </a:lvl6pPr>
            <a:lvl7pPr marL="2057400" indent="0">
              <a:buNone/>
              <a:defRPr sz="1900" b="0">
                <a:solidFill>
                  <a:srgbClr val="243A50"/>
                </a:solidFill>
                <a:latin typeface="Aptos"/>
              </a:defRPr>
            </a:lvl7pPr>
            <a:lvl8pPr marL="2400300" indent="0">
              <a:buNone/>
              <a:defRPr sz="1900" b="0">
                <a:solidFill>
                  <a:srgbClr val="243A50"/>
                </a:solidFill>
                <a:latin typeface="Aptos"/>
              </a:defRPr>
            </a:lvl8pPr>
            <a:lvl9pPr marL="2743200" indent="0">
              <a:buNone/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234440"/>
            <a:ext cx="4040188" cy="3657600"/>
          </a:xfrm>
        </p:spPr>
        <p:txBody>
          <a:bodyPr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234440"/>
            <a:ext cx="4041775" cy="3657600"/>
          </a:xfrm>
        </p:spPr>
        <p:txBody>
          <a:bodyPr anchor="b"/>
          <a:lstStyle>
            <a:lvl1pPr marL="0" indent="0">
              <a:buNone/>
              <a:defRPr sz="1900" b="0">
                <a:solidFill>
                  <a:srgbClr val="243A50"/>
                </a:solidFill>
                <a:latin typeface="Aptos"/>
              </a:defRPr>
            </a:lvl1pPr>
            <a:lvl2pPr marL="342900" indent="0">
              <a:buNone/>
              <a:defRPr sz="1900" b="0">
                <a:solidFill>
                  <a:srgbClr val="243A50"/>
                </a:solidFill>
                <a:latin typeface="Aptos"/>
              </a:defRPr>
            </a:lvl2pPr>
            <a:lvl3pPr marL="685800" indent="0">
              <a:buNone/>
              <a:defRPr sz="1900" b="0">
                <a:solidFill>
                  <a:srgbClr val="243A50"/>
                </a:solidFill>
                <a:latin typeface="Aptos"/>
              </a:defRPr>
            </a:lvl3pPr>
            <a:lvl4pPr marL="1028700" indent="0">
              <a:buNone/>
              <a:defRPr sz="1900" b="0">
                <a:solidFill>
                  <a:srgbClr val="243A50"/>
                </a:solidFill>
                <a:latin typeface="Aptos"/>
              </a:defRPr>
            </a:lvl4pPr>
            <a:lvl5pPr marL="1371600" indent="0">
              <a:buNone/>
              <a:defRPr sz="1900" b="0">
                <a:solidFill>
                  <a:srgbClr val="243A50"/>
                </a:solidFill>
                <a:latin typeface="Aptos"/>
              </a:defRPr>
            </a:lvl5pPr>
            <a:lvl6pPr marL="1714500" indent="0">
              <a:buNone/>
              <a:defRPr sz="1900" b="0">
                <a:solidFill>
                  <a:srgbClr val="243A50"/>
                </a:solidFill>
                <a:latin typeface="Aptos"/>
              </a:defRPr>
            </a:lvl6pPr>
            <a:lvl7pPr marL="2057400" indent="0">
              <a:buNone/>
              <a:defRPr sz="1900" b="0">
                <a:solidFill>
                  <a:srgbClr val="243A50"/>
                </a:solidFill>
                <a:latin typeface="Aptos"/>
              </a:defRPr>
            </a:lvl7pPr>
            <a:lvl8pPr marL="2400300" indent="0">
              <a:buNone/>
              <a:defRPr sz="1900" b="0">
                <a:solidFill>
                  <a:srgbClr val="243A50"/>
                </a:solidFill>
                <a:latin typeface="Aptos"/>
              </a:defRPr>
            </a:lvl8pPr>
            <a:lvl9pPr marL="2743200" indent="0">
              <a:buNone/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234440"/>
            <a:ext cx="4041775" cy="3657600"/>
          </a:xfrm>
        </p:spPr>
        <p:txBody>
          <a:bodyPr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8229600" cy="822960"/>
          </a:xfrm>
        </p:spPr>
        <p:txBody>
          <a:bodyPr/>
          <a:lstStyle>
            <a:lvl1pPr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37160"/>
            <a:ext cx="3008313" cy="822960"/>
          </a:xfrm>
        </p:spPr>
        <p:txBody>
          <a:bodyPr anchor="b"/>
          <a:lstStyle>
            <a:lvl1pPr algn="l"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1234440"/>
            <a:ext cx="5111750" cy="3657600"/>
          </a:xfrm>
        </p:spPr>
        <p:txBody>
          <a:bodyPr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234440"/>
            <a:ext cx="3008313" cy="3657600"/>
          </a:xfrm>
        </p:spPr>
        <p:txBody>
          <a:bodyPr/>
          <a:lstStyle>
            <a:lvl1pPr marL="0" indent="0">
              <a:buNone/>
              <a:defRPr sz="1900" b="0">
                <a:solidFill>
                  <a:srgbClr val="243A50"/>
                </a:solidFill>
                <a:latin typeface="Aptos"/>
              </a:defRPr>
            </a:lvl1pPr>
            <a:lvl2pPr marL="342900" indent="0">
              <a:buNone/>
              <a:defRPr sz="1900" b="0">
                <a:solidFill>
                  <a:srgbClr val="243A50"/>
                </a:solidFill>
                <a:latin typeface="Aptos"/>
              </a:defRPr>
            </a:lvl2pPr>
            <a:lvl3pPr marL="685800" indent="0">
              <a:buNone/>
              <a:defRPr sz="1900" b="0">
                <a:solidFill>
                  <a:srgbClr val="243A50"/>
                </a:solidFill>
                <a:latin typeface="Aptos"/>
              </a:defRPr>
            </a:lvl3pPr>
            <a:lvl4pPr marL="1028700" indent="0">
              <a:buNone/>
              <a:defRPr sz="1900" b="0">
                <a:solidFill>
                  <a:srgbClr val="243A50"/>
                </a:solidFill>
                <a:latin typeface="Aptos"/>
              </a:defRPr>
            </a:lvl4pPr>
            <a:lvl5pPr marL="1371600" indent="0">
              <a:buNone/>
              <a:defRPr sz="1900" b="0">
                <a:solidFill>
                  <a:srgbClr val="243A50"/>
                </a:solidFill>
                <a:latin typeface="Aptos"/>
              </a:defRPr>
            </a:lvl5pPr>
            <a:lvl6pPr marL="1714500" indent="0">
              <a:buNone/>
              <a:defRPr sz="1900" b="0">
                <a:solidFill>
                  <a:srgbClr val="243A50"/>
                </a:solidFill>
                <a:latin typeface="Aptos"/>
              </a:defRPr>
            </a:lvl6pPr>
            <a:lvl7pPr marL="2057400" indent="0">
              <a:buNone/>
              <a:defRPr sz="1900" b="0">
                <a:solidFill>
                  <a:srgbClr val="243A50"/>
                </a:solidFill>
                <a:latin typeface="Aptos"/>
              </a:defRPr>
            </a:lvl7pPr>
            <a:lvl8pPr marL="2400300" indent="0">
              <a:buNone/>
              <a:defRPr sz="1900" b="0">
                <a:solidFill>
                  <a:srgbClr val="243A50"/>
                </a:solidFill>
                <a:latin typeface="Aptos"/>
              </a:defRPr>
            </a:lvl8pPr>
            <a:lvl9pPr marL="2743200" indent="0">
              <a:buNone/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137160"/>
            <a:ext cx="5486400" cy="822960"/>
          </a:xfrm>
        </p:spPr>
        <p:txBody>
          <a:bodyPr anchor="b"/>
          <a:lstStyle>
            <a:lvl1pPr algn="l"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234440"/>
            <a:ext cx="5486400" cy="3657600"/>
          </a:xfrm>
        </p:spPr>
        <p:txBody>
          <a:bodyPr/>
          <a:lstStyle>
            <a:lvl1pPr marL="0" indent="0">
              <a:buNone/>
              <a:defRPr sz="1900" b="0">
                <a:solidFill>
                  <a:srgbClr val="243A50"/>
                </a:solidFill>
                <a:latin typeface="Aptos"/>
              </a:defRPr>
            </a:lvl1pPr>
            <a:lvl2pPr marL="342900" indent="0">
              <a:buNone/>
              <a:defRPr sz="1900" b="0">
                <a:solidFill>
                  <a:srgbClr val="243A50"/>
                </a:solidFill>
                <a:latin typeface="Aptos"/>
              </a:defRPr>
            </a:lvl2pPr>
            <a:lvl3pPr marL="685800" indent="0">
              <a:buNone/>
              <a:defRPr sz="1900" b="0">
                <a:solidFill>
                  <a:srgbClr val="243A50"/>
                </a:solidFill>
                <a:latin typeface="Aptos"/>
              </a:defRPr>
            </a:lvl3pPr>
            <a:lvl4pPr marL="1028700" indent="0">
              <a:buNone/>
              <a:defRPr sz="1900" b="0">
                <a:solidFill>
                  <a:srgbClr val="243A50"/>
                </a:solidFill>
                <a:latin typeface="Aptos"/>
              </a:defRPr>
            </a:lvl4pPr>
            <a:lvl5pPr marL="1371600" indent="0">
              <a:buNone/>
              <a:defRPr sz="1900" b="0">
                <a:solidFill>
                  <a:srgbClr val="243A50"/>
                </a:solidFill>
                <a:latin typeface="Aptos"/>
              </a:defRPr>
            </a:lvl5pPr>
            <a:lvl6pPr marL="1714500" indent="0">
              <a:buNone/>
              <a:defRPr sz="1900" b="0">
                <a:solidFill>
                  <a:srgbClr val="243A50"/>
                </a:solidFill>
                <a:latin typeface="Aptos"/>
              </a:defRPr>
            </a:lvl6pPr>
            <a:lvl7pPr marL="2057400" indent="0">
              <a:buNone/>
              <a:defRPr sz="1900" b="0">
                <a:solidFill>
                  <a:srgbClr val="243A50"/>
                </a:solidFill>
                <a:latin typeface="Aptos"/>
              </a:defRPr>
            </a:lvl7pPr>
            <a:lvl8pPr marL="2400300" indent="0">
              <a:buNone/>
              <a:defRPr sz="1900" b="0">
                <a:solidFill>
                  <a:srgbClr val="243A50"/>
                </a:solidFill>
                <a:latin typeface="Aptos"/>
              </a:defRPr>
            </a:lvl8pPr>
            <a:lvl9pPr marL="2743200" indent="0">
              <a:buNone/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>
              <a:defRPr sz="1900" b="0">
                <a:solidFill>
                  <a:srgbClr val="243A50"/>
                </a:solidFill>
                <a:latin typeface="Aptos"/>
              </a:defRPr>
            </a:pP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1234440"/>
            <a:ext cx="5486400" cy="3657600"/>
          </a:xfrm>
        </p:spPr>
        <p:txBody>
          <a:bodyPr/>
          <a:lstStyle>
            <a:lvl1pPr marL="0" indent="0">
              <a:buNone/>
              <a:defRPr sz="1900" b="0">
                <a:solidFill>
                  <a:srgbClr val="243A50"/>
                </a:solidFill>
                <a:latin typeface="Aptos"/>
              </a:defRPr>
            </a:lvl1pPr>
            <a:lvl2pPr marL="342900" indent="0">
              <a:buNone/>
              <a:defRPr sz="1900" b="0">
                <a:solidFill>
                  <a:srgbClr val="243A50"/>
                </a:solidFill>
                <a:latin typeface="Aptos"/>
              </a:defRPr>
            </a:lvl2pPr>
            <a:lvl3pPr marL="685800" indent="0">
              <a:buNone/>
              <a:defRPr sz="1900" b="0">
                <a:solidFill>
                  <a:srgbClr val="243A50"/>
                </a:solidFill>
                <a:latin typeface="Aptos"/>
              </a:defRPr>
            </a:lvl3pPr>
            <a:lvl4pPr marL="1028700" indent="0">
              <a:buNone/>
              <a:defRPr sz="1900" b="0">
                <a:solidFill>
                  <a:srgbClr val="243A50"/>
                </a:solidFill>
                <a:latin typeface="Aptos"/>
              </a:defRPr>
            </a:lvl4pPr>
            <a:lvl5pPr marL="1371600" indent="0">
              <a:buNone/>
              <a:defRPr sz="1900" b="0">
                <a:solidFill>
                  <a:srgbClr val="243A50"/>
                </a:solidFill>
                <a:latin typeface="Aptos"/>
              </a:defRPr>
            </a:lvl5pPr>
            <a:lvl6pPr marL="1714500" indent="0">
              <a:buNone/>
              <a:defRPr sz="1900" b="0">
                <a:solidFill>
                  <a:srgbClr val="243A50"/>
                </a:solidFill>
                <a:latin typeface="Aptos"/>
              </a:defRPr>
            </a:lvl6pPr>
            <a:lvl7pPr marL="2057400" indent="0">
              <a:buNone/>
              <a:defRPr sz="1900" b="0">
                <a:solidFill>
                  <a:srgbClr val="243A50"/>
                </a:solidFill>
                <a:latin typeface="Aptos"/>
              </a:defRPr>
            </a:lvl7pPr>
            <a:lvl8pPr marL="2400300" indent="0">
              <a:buNone/>
              <a:defRPr sz="1900" b="0">
                <a:solidFill>
                  <a:srgbClr val="243A50"/>
                </a:solidFill>
                <a:latin typeface="Aptos"/>
              </a:defRPr>
            </a:lvl8pPr>
            <a:lvl9pPr marL="2743200" indent="0">
              <a:buNone/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8229600" cy="822960"/>
          </a:xfrm>
        </p:spPr>
        <p:txBody>
          <a:bodyPr/>
          <a:lstStyle>
            <a:lvl1pPr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234440"/>
            <a:ext cx="8229600" cy="3657600"/>
          </a:xfrm>
        </p:spPr>
        <p:txBody>
          <a:bodyPr vert="eaVert"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37160"/>
            <a:ext cx="2057400" cy="822960"/>
          </a:xfrm>
        </p:spPr>
        <p:txBody>
          <a:bodyPr vert="eaVert"/>
          <a:lstStyle>
            <a:lvl1pPr>
              <a:defRPr sz="2600" b="1">
                <a:solidFill>
                  <a:srgbClr val="0C2440"/>
                </a:solidFill>
                <a:latin typeface="Aptos Display"/>
              </a:defRPr>
            </a:lvl1pPr>
            <a:lvl2pPr>
              <a:defRPr sz="2600" b="1">
                <a:solidFill>
                  <a:srgbClr val="0C2440"/>
                </a:solidFill>
                <a:latin typeface="Aptos Display"/>
              </a:defRPr>
            </a:lvl2pPr>
            <a:lvl3pPr>
              <a:defRPr sz="2600" b="1">
                <a:solidFill>
                  <a:srgbClr val="0C2440"/>
                </a:solidFill>
                <a:latin typeface="Aptos Display"/>
              </a:defRPr>
            </a:lvl3pPr>
            <a:lvl4pPr>
              <a:defRPr sz="2600" b="1">
                <a:solidFill>
                  <a:srgbClr val="0C2440"/>
                </a:solidFill>
                <a:latin typeface="Aptos Display"/>
              </a:defRPr>
            </a:lvl4pPr>
            <a:lvl5pPr>
              <a:defRPr sz="2600" b="1">
                <a:solidFill>
                  <a:srgbClr val="0C2440"/>
                </a:solidFill>
                <a:latin typeface="Aptos Display"/>
              </a:defRPr>
            </a:lvl5pPr>
            <a:lvl6pPr>
              <a:defRPr sz="2600" b="1">
                <a:solidFill>
                  <a:srgbClr val="0C2440"/>
                </a:solidFill>
                <a:latin typeface="Aptos Display"/>
              </a:defRPr>
            </a:lvl6pPr>
            <a:lvl7pPr>
              <a:defRPr sz="2600" b="1">
                <a:solidFill>
                  <a:srgbClr val="0C2440"/>
                </a:solidFill>
                <a:latin typeface="Aptos Display"/>
              </a:defRPr>
            </a:lvl7pPr>
            <a:lvl8pPr>
              <a:defRPr sz="2600" b="1">
                <a:solidFill>
                  <a:srgbClr val="0C2440"/>
                </a:solidFill>
                <a:latin typeface="Aptos Display"/>
              </a:defRPr>
            </a:lvl8pPr>
            <a:lvl9pPr>
              <a:defRPr sz="2600" b="1">
                <a:solidFill>
                  <a:srgbClr val="0C2440"/>
                </a:solidFill>
                <a:latin typeface="Aptos Display"/>
              </a:defRPr>
            </a:lvl9pPr>
          </a:lstStyle>
          <a:p>
            <a:pPr>
              <a:defRPr sz="26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234440"/>
            <a:ext cx="6019800" cy="3657600"/>
          </a:xfrm>
        </p:spPr>
        <p:txBody>
          <a:bodyPr vert="eaVert"/>
          <a:lstStyle>
            <a:lvl1pPr>
              <a:defRPr sz="1900" b="0">
                <a:solidFill>
                  <a:srgbClr val="243A50"/>
                </a:solidFill>
                <a:latin typeface="Aptos"/>
              </a:defRPr>
            </a:lvl1pPr>
            <a:lvl2pPr>
              <a:defRPr sz="1900" b="0">
                <a:solidFill>
                  <a:srgbClr val="243A50"/>
                </a:solidFill>
                <a:latin typeface="Aptos"/>
              </a:defRPr>
            </a:lvl2pPr>
            <a:lvl3pPr>
              <a:defRPr sz="1900" b="0">
                <a:solidFill>
                  <a:srgbClr val="243A50"/>
                </a:solidFill>
                <a:latin typeface="Aptos"/>
              </a:defRPr>
            </a:lvl3pPr>
            <a:lvl4pPr>
              <a:defRPr sz="1900" b="0">
                <a:solidFill>
                  <a:srgbClr val="243A50"/>
                </a:solidFill>
                <a:latin typeface="Aptos"/>
              </a:defRPr>
            </a:lvl4pPr>
            <a:lvl5pPr>
              <a:defRPr sz="1900" b="0">
                <a:solidFill>
                  <a:srgbClr val="243A50"/>
                </a:solidFill>
                <a:latin typeface="Aptos"/>
              </a:defRPr>
            </a:lvl5pPr>
            <a:lvl6pPr>
              <a:defRPr sz="1900" b="0">
                <a:solidFill>
                  <a:srgbClr val="243A50"/>
                </a:solidFill>
                <a:latin typeface="Aptos"/>
              </a:defRPr>
            </a:lvl6pPr>
            <a:lvl7pPr>
              <a:defRPr sz="1900" b="0">
                <a:solidFill>
                  <a:srgbClr val="243A50"/>
                </a:solidFill>
                <a:latin typeface="Aptos"/>
              </a:defRPr>
            </a:lvl7pPr>
            <a:lvl8pPr>
              <a:defRPr sz="1900" b="0">
                <a:solidFill>
                  <a:srgbClr val="243A50"/>
                </a:solidFill>
                <a:latin typeface="Aptos"/>
              </a:defRPr>
            </a:lvl8pPr>
            <a:lvl9pPr>
              <a:defRPr sz="1900" b="0">
                <a:solidFill>
                  <a:srgbClr val="243A50"/>
                </a:solidFill>
                <a:latin typeface="Aptos"/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0"/>
            <a:ext cx="2895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0"/>
            <a:ext cx="2133600" cy="0"/>
          </a:xfrm>
        </p:spPr>
        <p:txBody>
          <a:bodyPr/>
          <a:lstStyle>
            <a:lvl1pPr>
              <a:defRPr sz="900" b="0">
                <a:solidFill>
                  <a:srgbClr val="637D94"/>
                </a:solidFill>
                <a:latin typeface="Aptos"/>
              </a:defRPr>
            </a:lvl1pPr>
            <a:lvl2pPr>
              <a:defRPr sz="900" b="0">
                <a:solidFill>
                  <a:srgbClr val="637D94"/>
                </a:solidFill>
                <a:latin typeface="Aptos"/>
              </a:defRPr>
            </a:lvl2pPr>
            <a:lvl3pPr>
              <a:defRPr sz="900" b="0">
                <a:solidFill>
                  <a:srgbClr val="637D94"/>
                </a:solidFill>
                <a:latin typeface="Aptos"/>
              </a:defRPr>
            </a:lvl3pPr>
            <a:lvl4pPr>
              <a:defRPr sz="900" b="0">
                <a:solidFill>
                  <a:srgbClr val="637D94"/>
                </a:solidFill>
                <a:latin typeface="Aptos"/>
              </a:defRPr>
            </a:lvl4pPr>
            <a:lvl5pPr>
              <a:defRPr sz="900" b="0">
                <a:solidFill>
                  <a:srgbClr val="637D94"/>
                </a:solidFill>
                <a:latin typeface="Aptos"/>
              </a:defRPr>
            </a:lvl5pPr>
            <a:lvl6pPr>
              <a:defRPr sz="900" b="0">
                <a:solidFill>
                  <a:srgbClr val="637D94"/>
                </a:solidFill>
                <a:latin typeface="Aptos"/>
              </a:defRPr>
            </a:lvl6pPr>
            <a:lvl7pPr>
              <a:defRPr sz="900" b="0">
                <a:solidFill>
                  <a:srgbClr val="637D94"/>
                </a:solidFill>
                <a:latin typeface="Aptos"/>
              </a:defRPr>
            </a:lvl7pPr>
            <a:lvl8pPr>
              <a:defRPr sz="900" b="0">
                <a:solidFill>
                  <a:srgbClr val="637D94"/>
                </a:solidFill>
                <a:latin typeface="Aptos"/>
              </a:defRPr>
            </a:lvl8pPr>
            <a:lvl9pPr>
              <a:defRPr sz="900" b="0">
                <a:solidFill>
                  <a:srgbClr val="637D94"/>
                </a:solidFill>
                <a:latin typeface="Aptos"/>
              </a:defRPr>
            </a:lvl9pPr>
          </a:lstStyle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AzulRelatorio2026">
      <ns0:dk1>
        <ns0:sysClr val="windowText" lastClr="0C2440"/>
      </ns0:dk1>
      <ns0:lt1>
        <ns0:sysClr val="window" lastClr="FFFFFF"/>
      </ns0:lt1>
      <ns0:dk2>
        <ns0:srgbClr val="243A50"/>
      </ns0:dk2>
      <ns0:lt2>
        <ns0:srgbClr val="EAF4FB"/>
      </ns0:lt2>
      <ns0:accent1>
        <ns0:srgbClr val="176FC1"/>
      </ns0:accent1>
      <ns0:accent2>
        <ns0:srgbClr val="49A9DF"/>
      </ns0:accent2>
      <ns0:accent3>
        <ns0:srgbClr val="119DA4"/>
      </ns0:accent3>
      <ns0:accent4>
        <ns0:srgbClr val="8CA9C0"/>
      </ns0:accent4>
      <ns0:accent5>
        <ns0:srgbClr val="637D94"/>
      </ns0:accent5>
      <ns0:accent6>
        <ns0:srgbClr val="CBE8F9"/>
      </ns0:accent6>
      <ns0:hlink>
        <ns0:srgbClr val="176FC1"/>
      </ns0:hlink>
      <ns0:folHlink>
        <ns0:srgbClr val="135D9B"/>
      </ns0:folHlink>
    </ns0:clrScheme>
    <ns0:fontScheme name="Office">
      <ns0:majorFont>
        <ns0:latin typeface="Calibri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Calibri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ns0:theme xmlns:ns0="http://schemas.openxmlformats.org/drawingml/2006/main" xmlns:ns1="http://schemas.microsoft.com/office/thememl/2012/main" name="Office Theme">
  <ns0:themeElements>
    <ns0:clrScheme name="AzulRelatorio2026">
      <ns0:dk1>
        <ns0:sysClr val="windowText" lastClr="0C2440"/>
      </ns0:dk1>
      <ns0:lt1>
        <ns0:sysClr val="window" lastClr="FFFFFF"/>
      </ns0:lt1>
      <ns0:dk2>
        <ns0:srgbClr val="243A50"/>
      </ns0:dk2>
      <ns0:lt2>
        <ns0:srgbClr val="EAF4FB"/>
      </ns0:lt2>
      <ns0:accent1>
        <ns0:srgbClr val="176FC1"/>
      </ns0:accent1>
      <ns0:accent2>
        <ns0:srgbClr val="49A9DF"/>
      </ns0:accent2>
      <ns0:accent3>
        <ns0:srgbClr val="119DA4"/>
      </ns0:accent3>
      <ns0:accent4>
        <ns0:srgbClr val="8CA9C0"/>
      </ns0:accent4>
      <ns0:accent5>
        <ns0:srgbClr val="637D94"/>
      </ns0:accent5>
      <ns0:accent6>
        <ns0:srgbClr val="CBE8F9"/>
      </ns0:accent6>
      <ns0:hlink>
        <ns0:srgbClr val="176FC1"/>
      </ns0:hlink>
      <ns0:folHlink>
        <ns0:srgbClr val="135D9B"/>
      </ns0:folHlink>
    </ns0:clrScheme>
    <ns0:fontScheme name="Office">
      <ns0:majorFont>
        <ns0:latin typeface="Calibri Light" panose="020F0302020204030204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Calibri" panose="020F0502020204030204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