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6"/>
  </p:notesMasterIdLst>
  <p:sldIdLst>
    <p:sldId id="256" r:id="rId2"/>
    <p:sldId id="257" r:id="rId3"/>
    <p:sldId id="258" r:id="rId4"/>
    <p:sldId id="259" r:id="rId5"/>
  </p:sldIdLst>
  <p:sldSz cx="9144000" cy="5143500" type="screen16x9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620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43" autoAdjust="0"/>
    <p:restoredTop sz="94694" autoAdjust="0"/>
  </p:normalViewPr>
  <p:slideViewPr>
    <p:cSldViewPr snapToGrid="0" snapToObjects="1">
      <p:cViewPr varScale="1">
        <p:scale>
          <a:sx n="161" d="100"/>
          <a:sy n="161" d="100"/>
        </p:scale>
        <p:origin x="560" y="200"/>
      </p:cViewPr>
      <p:guideLst>
        <p:guide orient="horz" pos="162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9C1CCF-B725-44A7-AA57-5E433BD85C9F}" type="datetimeFigureOut">
              <a:rPr lang="en-US" smtClean="0"/>
              <a:t>1/2/22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8BDFEC3-8487-43E8-A154-7C12CBC1FFF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8270977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Here</a:t>
            </a:r>
            <a:r>
              <a:rPr lang="en-US" baseline="0" dirty="0"/>
              <a:t> is a note</a:t>
            </a:r>
          </a:p>
          <a:p>
            <a:endParaRPr lang="en-US" baseline="0" dirty="0"/>
          </a:p>
          <a:p>
            <a:r>
              <a:rPr lang="en-US" baseline="0" dirty="0"/>
              <a:t>With another paragraph.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8BDFEC3-8487-43E8-A154-7C12CBC1FFF2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71319170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</a:t>
            </a:r>
            <a:r>
              <a:rPr lang="en-US" baseline="0" dirty="0"/>
              <a:t> speaker note on </a:t>
            </a:r>
            <a:r>
              <a:rPr lang="en-US" baseline="0"/>
              <a:t>this slide too.</a:t>
            </a:r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8BDFEC3-8487-43E8-A154-7C12CBC1FFF2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1690003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597819"/>
            <a:ext cx="7772400" cy="1102519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2914650"/>
            <a:ext cx="6400800" cy="131445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3429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685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0287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17145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057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24003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4435751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834600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3305176"/>
            <a:ext cx="7772400" cy="1021556"/>
          </a:xfrm>
        </p:spPr>
        <p:txBody>
          <a:bodyPr anchor="t"/>
          <a:lstStyle>
            <a:lvl1pPr algn="l">
              <a:defRPr sz="3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180035"/>
            <a:ext cx="7772400" cy="1125140"/>
          </a:xfrm>
        </p:spPr>
        <p:txBody>
          <a:bodyPr anchor="b"/>
          <a:lstStyle>
            <a:lvl1pPr marL="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1pPr>
            <a:lvl2pPr marL="3429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7306907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200151"/>
            <a:ext cx="4038600" cy="3394472"/>
          </a:xfrm>
        </p:spPr>
        <p:txBody>
          <a:bodyPr/>
          <a:lstStyle>
            <a:lvl1pPr>
              <a:defRPr sz="2100"/>
            </a:lvl1pPr>
            <a:lvl2pPr>
              <a:defRPr sz="1800"/>
            </a:lvl2pPr>
            <a:lvl3pPr>
              <a:defRPr sz="1500"/>
            </a:lvl3pPr>
            <a:lvl4pPr>
              <a:defRPr sz="1350"/>
            </a:lvl4pPr>
            <a:lvl5pPr>
              <a:defRPr sz="1350"/>
            </a:lvl5pPr>
            <a:lvl6pPr>
              <a:defRPr sz="1350"/>
            </a:lvl6pPr>
            <a:lvl7pPr>
              <a:defRPr sz="1350"/>
            </a:lvl7pPr>
            <a:lvl8pPr>
              <a:defRPr sz="1350"/>
            </a:lvl8pPr>
            <a:lvl9pPr>
              <a:defRPr sz="135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200151"/>
            <a:ext cx="4038600" cy="3394472"/>
          </a:xfrm>
        </p:spPr>
        <p:txBody>
          <a:bodyPr/>
          <a:lstStyle>
            <a:lvl1pPr>
              <a:defRPr sz="2100"/>
            </a:lvl1pPr>
            <a:lvl2pPr>
              <a:defRPr sz="1800"/>
            </a:lvl2pPr>
            <a:lvl3pPr>
              <a:defRPr sz="1500"/>
            </a:lvl3pPr>
            <a:lvl4pPr>
              <a:defRPr sz="1350"/>
            </a:lvl4pPr>
            <a:lvl5pPr>
              <a:defRPr sz="1350"/>
            </a:lvl5pPr>
            <a:lvl6pPr>
              <a:defRPr sz="1350"/>
            </a:lvl6pPr>
            <a:lvl7pPr>
              <a:defRPr sz="1350"/>
            </a:lvl7pPr>
            <a:lvl8pPr>
              <a:defRPr sz="1350"/>
            </a:lvl8pPr>
            <a:lvl9pPr>
              <a:defRPr sz="135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988624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151335"/>
            <a:ext cx="4040188" cy="47982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1631156"/>
            <a:ext cx="4040188" cy="2963466"/>
          </a:xfrm>
        </p:spPr>
        <p:txBody>
          <a:bodyPr/>
          <a:lstStyle>
            <a:lvl1pPr>
              <a:defRPr sz="1800"/>
            </a:lvl1pPr>
            <a:lvl2pPr>
              <a:defRPr sz="1500"/>
            </a:lvl2pPr>
            <a:lvl3pPr>
              <a:defRPr sz="135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6" y="1151335"/>
            <a:ext cx="4041775" cy="47982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6" y="1631156"/>
            <a:ext cx="4041775" cy="2963466"/>
          </a:xfrm>
        </p:spPr>
        <p:txBody>
          <a:bodyPr/>
          <a:lstStyle>
            <a:lvl1pPr>
              <a:defRPr sz="1800"/>
            </a:lvl1pPr>
            <a:lvl2pPr>
              <a:defRPr sz="1500"/>
            </a:lvl2pPr>
            <a:lvl3pPr>
              <a:defRPr sz="135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3579396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7272125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3090109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1" y="204787"/>
            <a:ext cx="3008313" cy="871538"/>
          </a:xfrm>
        </p:spPr>
        <p:txBody>
          <a:bodyPr anchor="b"/>
          <a:lstStyle>
            <a:lvl1pPr algn="l">
              <a:defRPr sz="15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04788"/>
            <a:ext cx="5111750" cy="4389835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1" y="1076326"/>
            <a:ext cx="3008313" cy="3518297"/>
          </a:xfrm>
        </p:spPr>
        <p:txBody>
          <a:bodyPr/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4089564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3600450"/>
            <a:ext cx="5486400" cy="425054"/>
          </a:xfrm>
        </p:spPr>
        <p:txBody>
          <a:bodyPr anchor="b"/>
          <a:lstStyle>
            <a:lvl1pPr algn="l">
              <a:defRPr sz="15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459581"/>
            <a:ext cx="5486400" cy="3086100"/>
          </a:xfrm>
        </p:spPr>
        <p:txBody>
          <a:bodyPr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4025503"/>
            <a:ext cx="5486400" cy="603647"/>
          </a:xfrm>
        </p:spPr>
        <p:txBody>
          <a:bodyPr/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6689985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391479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05979"/>
            <a:ext cx="2057400" cy="4388644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05979"/>
            <a:ext cx="6019800" cy="4388644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8152904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05979"/>
            <a:ext cx="8229600" cy="85725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200151"/>
            <a:ext cx="8229600" cy="339447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4767263"/>
            <a:ext cx="21336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4767263"/>
            <a:ext cx="28956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4767263"/>
            <a:ext cx="21336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7620087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342900" rtl="0" eaLnBrk="1" latinLnBrk="0" hangingPunct="1">
        <a:spcBef>
          <a:spcPct val="0"/>
        </a:spcBef>
        <a:buNone/>
        <a:defRPr sz="33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3429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342900" algn="l" defTabSz="342900" rtl="0" eaLnBrk="1" latinLnBrk="0" hangingPunct="1">
        <a:spcBef>
          <a:spcPct val="20000"/>
        </a:spcBef>
        <a:buFont typeface="Arial"/>
        <a:buChar char="–"/>
        <a:defRPr sz="2100" kern="1200">
          <a:solidFill>
            <a:schemeClr val="tx1"/>
          </a:solidFill>
          <a:latin typeface="+mn-lt"/>
          <a:ea typeface="+mn-ea"/>
          <a:cs typeface="+mn-cs"/>
        </a:defRPr>
      </a:lvl2pPr>
      <a:lvl3pPr marL="1028700" indent="-342900" algn="l" defTabSz="342900" rtl="0" eaLnBrk="1" latinLnBrk="0" hangingPunct="1">
        <a:spcBef>
          <a:spcPct val="200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indent="-342900" algn="l" defTabSz="342900" rtl="0" eaLnBrk="1" latinLnBrk="0" hangingPunct="1">
        <a:spcBef>
          <a:spcPct val="20000"/>
        </a:spcBef>
        <a:buFont typeface="Arial"/>
        <a:buChar char="–"/>
        <a:defRPr sz="1500" kern="1200">
          <a:solidFill>
            <a:schemeClr val="tx1"/>
          </a:solidFill>
          <a:latin typeface="+mn-lt"/>
          <a:ea typeface="+mn-ea"/>
          <a:cs typeface="+mn-cs"/>
        </a:defRPr>
      </a:lvl4pPr>
      <a:lvl5pPr marL="1714500" indent="-342900" algn="l" defTabSz="342900" rtl="0" eaLnBrk="1" latinLnBrk="0" hangingPunct="1">
        <a:spcBef>
          <a:spcPct val="20000"/>
        </a:spcBef>
        <a:buFont typeface="Arial"/>
        <a:buChar char="»"/>
        <a:defRPr sz="1500" kern="1200">
          <a:solidFill>
            <a:schemeClr val="tx1"/>
          </a:solidFill>
          <a:latin typeface="+mn-lt"/>
          <a:ea typeface="+mn-ea"/>
          <a:cs typeface="+mn-cs"/>
        </a:defRPr>
      </a:lvl5pPr>
      <a:lvl6pPr marL="2057400" indent="-342900" algn="l" defTabSz="342900" rtl="0" eaLnBrk="1" latinLnBrk="0" hangingPunct="1">
        <a:spcBef>
          <a:spcPct val="20000"/>
        </a:spcBef>
        <a:buFont typeface="Arial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6pPr>
      <a:lvl7pPr marL="2400300" indent="-342900" algn="l" defTabSz="342900" rtl="0" eaLnBrk="1" latinLnBrk="0" hangingPunct="1">
        <a:spcBef>
          <a:spcPct val="20000"/>
        </a:spcBef>
        <a:buFont typeface="Arial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7pPr>
      <a:lvl8pPr marL="2743200" indent="-342900" algn="l" defTabSz="342900" rtl="0" eaLnBrk="1" latinLnBrk="0" hangingPunct="1">
        <a:spcBef>
          <a:spcPct val="20000"/>
        </a:spcBef>
        <a:buFont typeface="Arial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8pPr>
      <a:lvl9pPr marL="3086100" indent="-342900" algn="l" defTabSz="342900" rtl="0" eaLnBrk="1" latinLnBrk="0" hangingPunct="1">
        <a:spcBef>
          <a:spcPct val="20000"/>
        </a:spcBef>
        <a:buFont typeface="Arial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Presentation Title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/>
              <a:t>Presentation Subtitle</a:t>
            </a:r>
          </a:p>
        </p:txBody>
      </p:sp>
    </p:spTree>
    <p:extLst>
      <p:ext uri="{BB962C8B-B14F-4D97-AF65-F5344CB8AC3E}">
        <p14:creationId xmlns:p14="http://schemas.microsoft.com/office/powerpoint/2010/main" val="39266900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Slide Title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/>
              <a:t>Hello</a:t>
            </a:r>
            <a:r>
              <a:rPr lang="en-US"/>
              <a:t>, world.</a:t>
            </a:r>
          </a:p>
        </p:txBody>
      </p:sp>
    </p:spTree>
    <p:extLst>
      <p:ext uri="{BB962C8B-B14F-4D97-AF65-F5344CB8AC3E}">
        <p14:creationId xmlns:p14="http://schemas.microsoft.com/office/powerpoint/2010/main" val="57270745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Section header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</p:sp>
    </p:spTree>
    <p:extLst>
      <p:ext uri="{BB962C8B-B14F-4D97-AF65-F5344CB8AC3E}">
        <p14:creationId xmlns:p14="http://schemas.microsoft.com/office/powerpoint/2010/main" val="399678153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Slide Title for Two-Content</a:t>
            </a:r>
          </a:p>
        </p:txBody>
      </p:sp>
      <p:sp>
        <p:nvSpPr>
          <p:cNvPr id="5" name="Content Placeholder 4"/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r>
              <a:rPr lang="en-US" dirty="0"/>
              <a:t>Some content on </a:t>
            </a:r>
            <a:r>
              <a:rPr lang="en-US"/>
              <a:t>the left.</a:t>
            </a:r>
            <a:endParaRPr lang="en-US" dirty="0"/>
          </a:p>
          <a:p>
            <a:pPr marL="0" indent="0">
              <a:buNone/>
            </a:pPr>
            <a:endParaRPr lang="en-US" dirty="0"/>
          </a:p>
        </p:txBody>
      </p:sp>
      <p:sp>
        <p:nvSpPr>
          <p:cNvPr id="6" name="Content Placeholder 5"/>
          <p:cNvSpPr>
            <a:spLocks noGrp="1"/>
          </p:cNvSpPr>
          <p:nvPr>
            <p:ph sz="half" idx="2"/>
          </p:nvPr>
        </p:nvSpPr>
        <p:spPr/>
        <p:txBody>
          <a:bodyPr/>
          <a:lstStyle/>
          <a:p>
            <a:r>
              <a:rPr lang="en-US" dirty="0"/>
              <a:t>Some content on the right.</a:t>
            </a:r>
          </a:p>
        </p:txBody>
      </p:sp>
    </p:spTree>
    <p:extLst>
      <p:ext uri="{BB962C8B-B14F-4D97-AF65-F5344CB8AC3E}">
        <p14:creationId xmlns:p14="http://schemas.microsoft.com/office/powerpoint/2010/main" val="1324621109"/>
      </p:ext>
    </p:extLst>
  </p:cSld>
  <p:clrMapOvr>
    <a:masterClrMapping/>
  </p:clrMapOvr>
</p:sld>
</file>

<file path=ppt/theme/theme1.xml><?xml version="1.0" encoding="utf-8"?>
<ns0:theme xmlns:ns0="http://schemas.openxmlformats.org/drawingml/2006/main" name="Office Theme">
  <ns0:themeElements>
    <ns0:clrScheme name="SlateIndigoSky">
      <ns0:dk1>
        <ns0:sysClr val="windowText" lastClr="1E293B"/>
      </ns0:dk1>
      <ns0:lt1>
        <ns0:sysClr val="window" lastClr="F8FAFC"/>
      </ns0:lt1>
      <ns0:dk2>
        <ns0:srgbClr val="334155"/>
      </ns0:dk2>
      <ns0:lt2>
        <ns0:srgbClr val="E2E8F0"/>
      </ns0:lt2>
      <ns0:accent1>
        <ns0:srgbClr val="4F46E5"/>
      </ns0:accent1>
      <ns0:accent2>
        <ns0:srgbClr val="0EA5E9"/>
      </ns0:accent2>
      <ns0:accent3>
        <ns0:srgbClr val="6366F1"/>
      </ns0:accent3>
      <ns0:accent4>
        <ns0:srgbClr val="0284C7"/>
      </ns0:accent4>
      <ns0:accent5>
        <ns0:srgbClr val="64748B"/>
      </ns0:accent5>
      <ns0:accent6>
        <ns0:srgbClr val="38BDF8"/>
      </ns0:accent6>
      <ns0:hlink>
        <ns0:srgbClr val="4F46E5"/>
      </ns0:hlink>
      <ns0:folHlink>
        <ns0:srgbClr val="0284C7"/>
      </ns0:folHlink>
    </ns0:clrScheme>
    <ns0:fontScheme name="Office">
      <ns0:majorFont>
        <ns0:latin typeface="Calibri"/>
        <ns0:ea typeface=""/>
        <ns0:cs typeface=""/>
        <ns0:font script="Jpan" typeface="ＭＳ Ｐゴシック"/>
        <ns0:font script="Hang" typeface="맑은 고딕"/>
        <ns0:font script="Hans" typeface="宋体"/>
        <ns0:font script="Hant" typeface="新細明體"/>
        <ns0:font script="Arab" typeface="Times New Roman"/>
        <ns0:font script="Hebr" typeface="Times New Roman"/>
        <ns0:font script="Thai" typeface="Angsana New"/>
        <ns0:font script="Ethi" typeface="Nyala"/>
        <ns0:font script="Beng" typeface="Vrinda"/>
        <ns0:font script="Gujr" typeface="Shruti"/>
        <ns0:font script="Khmr" typeface="MoolBoran"/>
        <ns0:font script="Knda" typeface="Tunga"/>
        <ns0:font script="Guru" typeface="Raavi"/>
        <ns0:font script="Cans" typeface="Euphemia"/>
        <ns0:font script="Cher" typeface="Plantagenet Cherokee"/>
        <ns0:font script="Yiii" typeface="Microsoft Yi Baiti"/>
        <ns0:font script="Tibt" typeface="Microsoft Himalaya"/>
        <ns0:font script="Thaa" typeface="MV Boli"/>
        <ns0:font script="Deva" typeface="Mangal"/>
        <ns0:font script="Telu" typeface="Gautami"/>
        <ns0:font script="Taml" typeface="Latha"/>
        <ns0:font script="Syrc" typeface="Estrangelo Edessa"/>
        <ns0:font script="Orya" typeface="Kalinga"/>
        <ns0:font script="Mlym" typeface="Kartika"/>
        <ns0:font script="Laoo" typeface="DokChampa"/>
        <ns0:font script="Sinh" typeface="Iskoola Pota"/>
        <ns0:font script="Mong" typeface="Mongolian Baiti"/>
        <ns0:font script="Viet" typeface="Times New Roman"/>
        <ns0:font script="Uigh" typeface="Microsoft Uighur"/>
        <ns0:font script="Geor" typeface="Sylfaen"/>
      </ns0:majorFont>
      <ns0:minorFont>
        <ns0:latin typeface="Calibri"/>
        <ns0:ea typeface=""/>
        <ns0:cs typeface=""/>
        <ns0:font script="Jpan" typeface="ＭＳ Ｐゴシック"/>
        <ns0:font script="Hang" typeface="맑은 고딕"/>
        <ns0:font script="Hans" typeface="宋体"/>
        <ns0:font script="Hant" typeface="新細明體"/>
        <ns0:font script="Arab" typeface="Arial"/>
        <ns0:font script="Hebr" typeface="Arial"/>
        <ns0:font script="Thai" typeface="Cordia New"/>
        <ns0:font script="Ethi" typeface="Nyala"/>
        <ns0:font script="Beng" typeface="Vrinda"/>
        <ns0:font script="Gujr" typeface="Shruti"/>
        <ns0:font script="Khmr" typeface="DaunPenh"/>
        <ns0:font script="Knda" typeface="Tunga"/>
        <ns0:font script="Guru" typeface="Raavi"/>
        <ns0:font script="Cans" typeface="Euphemia"/>
        <ns0:font script="Cher" typeface="Plantagenet Cherokee"/>
        <ns0:font script="Yiii" typeface="Microsoft Yi Baiti"/>
        <ns0:font script="Tibt" typeface="Microsoft Himalaya"/>
        <ns0:font script="Thaa" typeface="MV Boli"/>
        <ns0:font script="Deva" typeface="Mangal"/>
        <ns0:font script="Telu" typeface="Gautami"/>
        <ns0:font script="Taml" typeface="Latha"/>
        <ns0:font script="Syrc" typeface="Estrangelo Edessa"/>
        <ns0:font script="Orya" typeface="Kalinga"/>
        <ns0:font script="Mlym" typeface="Kartika"/>
        <ns0:font script="Laoo" typeface="DokChampa"/>
        <ns0:font script="Sinh" typeface="Iskoola Pota"/>
        <ns0:font script="Mong" typeface="Mongolian Baiti"/>
        <ns0:font script="Viet" typeface="Arial"/>
        <ns0:font script="Uigh" typeface="Microsoft Uighur"/>
        <ns0:font script="Geor" typeface="Sylfaen"/>
      </ns0:minorFont>
    </ns0:fontScheme>
    <ns0:fmtScheme name="Office">
      <ns0:fillStyleLst>
        <ns0:solidFill>
          <ns0:schemeClr val="phClr"/>
        </ns0:solidFill>
        <ns0:gradFill rotWithShape="1">
          <ns0:gsLst>
            <ns0:gs pos="0">
              <ns0:schemeClr val="phClr">
                <ns0:tint val="50000"/>
                <ns0:satMod val="300000"/>
              </ns0:schemeClr>
            </ns0:gs>
            <ns0:gs pos="35000">
              <ns0:schemeClr val="phClr">
                <ns0:tint val="37000"/>
                <ns0:satMod val="300000"/>
              </ns0:schemeClr>
            </ns0:gs>
            <ns0:gs pos="100000">
              <ns0:schemeClr val="phClr">
                <ns0:tint val="15000"/>
                <ns0:satMod val="350000"/>
              </ns0:schemeClr>
            </ns0:gs>
          </ns0:gsLst>
          <ns0:lin ang="16200000" scaled="1"/>
        </ns0:gradFill>
        <ns0:gradFill rotWithShape="1">
          <ns0:gsLst>
            <ns0:gs pos="0">
              <ns0:schemeClr val="phClr">
                <ns0:tint val="100000"/>
                <ns0:shade val="100000"/>
                <ns0:satMod val="130000"/>
              </ns0:schemeClr>
            </ns0:gs>
            <ns0:gs pos="100000">
              <ns0:schemeClr val="phClr">
                <ns0:tint val="50000"/>
                <ns0:shade val="100000"/>
                <ns0:satMod val="350000"/>
              </ns0:schemeClr>
            </ns0:gs>
          </ns0:gsLst>
          <ns0:lin ang="16200000" scaled="0"/>
        </ns0:gradFill>
      </ns0:fillStyleLst>
      <ns0:lnStyleLst>
        <ns0:ln w="9525" cap="flat" cmpd="sng" algn="ctr">
          <ns0:solidFill>
            <ns0:schemeClr val="phClr">
              <ns0:shade val="95000"/>
              <ns0:satMod val="105000"/>
            </ns0:schemeClr>
          </ns0:solidFill>
          <ns0:prstDash val="solid"/>
        </ns0:ln>
        <ns0:ln w="25400" cap="flat" cmpd="sng" algn="ctr">
          <ns0:solidFill>
            <ns0:schemeClr val="phClr"/>
          </ns0:solidFill>
          <ns0:prstDash val="solid"/>
        </ns0:ln>
        <ns0:ln w="38100" cap="flat" cmpd="sng" algn="ctr">
          <ns0:solidFill>
            <ns0:schemeClr val="phClr"/>
          </ns0:solidFill>
          <ns0:prstDash val="solid"/>
        </ns0:ln>
      </ns0:lnStyleLst>
      <ns0:effectStyleLst>
        <ns0:effectStyle>
          <ns0:effectLst>
            <ns0:outerShdw blurRad="40000" dist="20000" dir="5400000" rotWithShape="0">
              <ns0:srgbClr val="000000">
                <ns0:alpha val="38000"/>
              </ns0:srgbClr>
            </ns0:outerShdw>
          </ns0:effectLst>
        </ns0:effectStyle>
        <ns0:effectStyle>
          <ns0:effectLst>
            <ns0:outerShdw blurRad="40000" dist="23000" dir="5400000" rotWithShape="0">
              <ns0:srgbClr val="000000">
                <ns0:alpha val="35000"/>
              </ns0:srgbClr>
            </ns0:outerShdw>
          </ns0:effectLst>
        </ns0:effectStyle>
        <ns0:effectStyle>
          <ns0:effectLst>
            <ns0:outerShdw blurRad="40000" dist="23000" dir="5400000" rotWithShape="0">
              <ns0:srgbClr val="000000">
                <ns0:alpha val="35000"/>
              </ns0:srgbClr>
            </ns0:outerShdw>
          </ns0:effectLst>
          <ns0:scene3d>
            <ns0:camera prst="orthographicFront">
              <ns0:rot lat="0" lon="0" rev="0"/>
            </ns0:camera>
            <ns0:lightRig rig="threePt" dir="t">
              <ns0:rot lat="0" lon="0" rev="1200000"/>
            </ns0:lightRig>
          </ns0:scene3d>
          <ns0:sp3d>
            <ns0:bevelT w="63500" h="25400"/>
          </ns0:sp3d>
        </ns0:effectStyle>
      </ns0:effectStyleLst>
      <ns0:bgFillStyleLst>
        <ns0:solidFill>
          <ns0:schemeClr val="phClr"/>
        </ns0:solidFill>
        <ns0:gradFill rotWithShape="1">
          <ns0:gsLst>
            <ns0:gs pos="0">
              <ns0:schemeClr val="phClr">
                <ns0:tint val="40000"/>
                <ns0:satMod val="350000"/>
              </ns0:schemeClr>
            </ns0:gs>
            <ns0:gs pos="40000">
              <ns0:schemeClr val="phClr">
                <ns0:tint val="45000"/>
                <ns0:shade val="99000"/>
                <ns0:satMod val="350000"/>
              </ns0:schemeClr>
            </ns0:gs>
            <ns0:gs pos="100000">
              <ns0:schemeClr val="phClr">
                <ns0:shade val="20000"/>
                <ns0:satMod val="255000"/>
              </ns0:schemeClr>
            </ns0:gs>
          </ns0:gsLst>
          <ns0:path path="circle">
            <ns0:fillToRect l="50000" t="-80000" r="50000" b="180000"/>
          </ns0:path>
        </ns0:gradFill>
        <ns0:gradFill rotWithShape="1">
          <ns0:gsLst>
            <ns0:gs pos="0">
              <ns0:schemeClr val="phClr">
                <ns0:tint val="80000"/>
                <ns0:satMod val="300000"/>
              </ns0:schemeClr>
            </ns0:gs>
            <ns0:gs pos="100000">
              <ns0:schemeClr val="phClr">
                <ns0:shade val="30000"/>
                <ns0:satMod val="200000"/>
              </ns0:schemeClr>
            </ns0:gs>
          </ns0:gsLst>
          <ns0:path path="circle">
            <ns0:fillToRect l="50000" t="50000" r="50000" b="50000"/>
          </ns0:path>
        </ns0:gradFill>
      </ns0:bgFillStyleLst>
    </ns0:fmtScheme>
  </ns0:themeElements>
  <ns0:objectDefaults>
    <ns0:spDef>
      <ns0:spPr/>
      <ns0:bodyPr/>
      <ns0:lstStyle/>
      <ns0:style>
        <ns0:lnRef idx="1">
          <ns0:schemeClr val="accent1"/>
        </ns0:lnRef>
        <ns0:fillRef idx="3">
          <ns0:schemeClr val="accent1"/>
        </ns0:fillRef>
        <ns0:effectRef idx="2">
          <ns0:schemeClr val="accent1"/>
        </ns0:effectRef>
        <ns0:fontRef idx="minor">
          <ns0:schemeClr val="lt1"/>
        </ns0:fontRef>
      </ns0:style>
    </ns0:spDef>
    <ns0:lnDef>
      <ns0:spPr/>
      <ns0:bodyPr/>
      <ns0:lstStyle/>
      <ns0:style>
        <ns0:lnRef idx="2">
          <ns0:schemeClr val="accent1"/>
        </ns0:lnRef>
        <ns0:fillRef idx="0">
          <ns0:schemeClr val="accent1"/>
        </ns0:fillRef>
        <ns0:effectRef idx="1">
          <ns0:schemeClr val="accent1"/>
        </ns0:effectRef>
        <ns0:fontRef idx="minor">
          <ns0:schemeClr val="tx1"/>
        </ns0:fontRef>
      </ns0:style>
    </ns0:lnDef>
  </ns0:objectDefaults>
  <ns0:extraClrSchemeLst/>
</ns0:theme>
</file>

<file path=ppt/theme/theme2.xml><?xml version="1.0" encoding="utf-8"?>
<ns0:theme xmlns:ns0="http://schemas.openxmlformats.org/drawingml/2006/main" xmlns:ns1="http://schemas.microsoft.com/office/thememl/2012/main" name="Office Theme">
  <ns0:themeElements>
    <ns0:clrScheme name="SlateIndigoSky">
      <ns0:dk1>
        <ns0:sysClr val="windowText" lastClr="1E293B"/>
      </ns0:dk1>
      <ns0:lt1>
        <ns0:sysClr val="window" lastClr="F8FAFC"/>
      </ns0:lt1>
      <ns0:dk2>
        <ns0:srgbClr val="334155"/>
      </ns0:dk2>
      <ns0:lt2>
        <ns0:srgbClr val="E2E8F0"/>
      </ns0:lt2>
      <ns0:accent1>
        <ns0:srgbClr val="4F46E5"/>
      </ns0:accent1>
      <ns0:accent2>
        <ns0:srgbClr val="0EA5E9"/>
      </ns0:accent2>
      <ns0:accent3>
        <ns0:srgbClr val="6366F1"/>
      </ns0:accent3>
      <ns0:accent4>
        <ns0:srgbClr val="0284C7"/>
      </ns0:accent4>
      <ns0:accent5>
        <ns0:srgbClr val="64748B"/>
      </ns0:accent5>
      <ns0:accent6>
        <ns0:srgbClr val="38BDF8"/>
      </ns0:accent6>
      <ns0:hlink>
        <ns0:srgbClr val="4F46E5"/>
      </ns0:hlink>
      <ns0:folHlink>
        <ns0:srgbClr val="0284C7"/>
      </ns0:folHlink>
    </ns0:clrScheme>
    <ns0:fontScheme name="Office">
      <ns0:majorFont>
        <ns0:latin typeface="Calibri Light" panose="020F0302020204030204"/>
        <ns0:ea typeface=""/>
        <ns0:cs typeface=""/>
        <ns0:font script="Jpan" typeface="ＭＳ Ｐゴシック"/>
        <ns0:font script="Hang" typeface="맑은 고딕"/>
        <ns0:font script="Hans" typeface="宋体"/>
        <ns0:font script="Hant" typeface="新細明體"/>
        <ns0:font script="Arab" typeface="Times New Roman"/>
        <ns0:font script="Hebr" typeface="Times New Roman"/>
        <ns0:font script="Thai" typeface="Angsana New"/>
        <ns0:font script="Ethi" typeface="Nyala"/>
        <ns0:font script="Beng" typeface="Vrinda"/>
        <ns0:font script="Gujr" typeface="Shruti"/>
        <ns0:font script="Khmr" typeface="MoolBoran"/>
        <ns0:font script="Knda" typeface="Tunga"/>
        <ns0:font script="Guru" typeface="Raavi"/>
        <ns0:font script="Cans" typeface="Euphemia"/>
        <ns0:font script="Cher" typeface="Plantagenet Cherokee"/>
        <ns0:font script="Yiii" typeface="Microsoft Yi Baiti"/>
        <ns0:font script="Tibt" typeface="Microsoft Himalaya"/>
        <ns0:font script="Thaa" typeface="MV Boli"/>
        <ns0:font script="Deva" typeface="Mangal"/>
        <ns0:font script="Telu" typeface="Gautami"/>
        <ns0:font script="Taml" typeface="Latha"/>
        <ns0:font script="Syrc" typeface="Estrangelo Edessa"/>
        <ns0:font script="Orya" typeface="Kalinga"/>
        <ns0:font script="Mlym" typeface="Kartika"/>
        <ns0:font script="Laoo" typeface="DokChampa"/>
        <ns0:font script="Sinh" typeface="Iskoola Pota"/>
        <ns0:font script="Mong" typeface="Mongolian Baiti"/>
        <ns0:font script="Viet" typeface="Times New Roman"/>
        <ns0:font script="Uigh" typeface="Microsoft Uighur"/>
        <ns0:font script="Geor" typeface="Sylfaen"/>
      </ns0:majorFont>
      <ns0:minorFont>
        <ns0:latin typeface="Calibri" panose="020F0502020204030204"/>
        <ns0:ea typeface=""/>
        <ns0:cs typeface=""/>
        <ns0:font script="Jpan" typeface="ＭＳ Ｐゴシック"/>
        <ns0:font script="Hang" typeface="맑은 고딕"/>
        <ns0:font script="Hans" typeface="宋体"/>
        <ns0:font script="Hant" typeface="新細明體"/>
        <ns0:font script="Arab" typeface="Arial"/>
        <ns0:font script="Hebr" typeface="Arial"/>
        <ns0:font script="Thai" typeface="Cordia New"/>
        <ns0:font script="Ethi" typeface="Nyala"/>
        <ns0:font script="Beng" typeface="Vrinda"/>
        <ns0:font script="Gujr" typeface="Shruti"/>
        <ns0:font script="Khmr" typeface="DaunPenh"/>
        <ns0:font script="Knda" typeface="Tunga"/>
        <ns0:font script="Guru" typeface="Raavi"/>
        <ns0:font script="Cans" typeface="Euphemia"/>
        <ns0:font script="Cher" typeface="Plantagenet Cherokee"/>
        <ns0:font script="Yiii" typeface="Microsoft Yi Baiti"/>
        <ns0:font script="Tibt" typeface="Microsoft Himalaya"/>
        <ns0:font script="Thaa" typeface="MV Boli"/>
        <ns0:font script="Deva" typeface="Mangal"/>
        <ns0:font script="Telu" typeface="Gautami"/>
        <ns0:font script="Taml" typeface="Latha"/>
        <ns0:font script="Syrc" typeface="Estrangelo Edessa"/>
        <ns0:font script="Orya" typeface="Kalinga"/>
        <ns0:font script="Mlym" typeface="Kartika"/>
        <ns0:font script="Laoo" typeface="DokChampa"/>
        <ns0:font script="Sinh" typeface="Iskoola Pota"/>
        <ns0:font script="Mong" typeface="Mongolian Baiti"/>
        <ns0:font script="Viet" typeface="Arial"/>
        <ns0:font script="Uigh" typeface="Microsoft Uighur"/>
        <ns0:font script="Geor" typeface="Sylfaen"/>
      </ns0:minorFont>
    </ns0:fontScheme>
    <ns0:fmtScheme name="Office">
      <ns0:fillStyleLst>
        <ns0:solidFill>
          <ns0:schemeClr val="phClr"/>
        </ns0:solidFill>
        <ns0:gradFill rotWithShape="1">
          <ns0:gsLst>
            <ns0:gs pos="0">
              <ns0:schemeClr val="phClr">
                <ns0:lumMod val="110000"/>
                <ns0:satMod val="105000"/>
                <ns0:tint val="67000"/>
              </ns0:schemeClr>
            </ns0:gs>
            <ns0:gs pos="50000">
              <ns0:schemeClr val="phClr">
                <ns0:lumMod val="105000"/>
                <ns0:satMod val="103000"/>
                <ns0:tint val="73000"/>
              </ns0:schemeClr>
            </ns0:gs>
            <ns0:gs pos="100000">
              <ns0:schemeClr val="phClr">
                <ns0:lumMod val="105000"/>
                <ns0:satMod val="109000"/>
                <ns0:tint val="81000"/>
              </ns0:schemeClr>
            </ns0:gs>
          </ns0:gsLst>
          <ns0:lin ang="5400000" scaled="0"/>
        </ns0:gradFill>
        <ns0:gradFill rotWithShape="1">
          <ns0:gsLst>
            <ns0:gs pos="0">
              <ns0:schemeClr val="phClr">
                <ns0:satMod val="103000"/>
                <ns0:lumMod val="102000"/>
                <ns0:tint val="94000"/>
              </ns0:schemeClr>
            </ns0:gs>
            <ns0:gs pos="50000">
              <ns0:schemeClr val="phClr">
                <ns0:satMod val="110000"/>
                <ns0:lumMod val="100000"/>
                <ns0:shade val="100000"/>
              </ns0:schemeClr>
            </ns0:gs>
            <ns0:gs pos="100000">
              <ns0:schemeClr val="phClr">
                <ns0:lumMod val="99000"/>
                <ns0:satMod val="120000"/>
                <ns0:shade val="78000"/>
              </ns0:schemeClr>
            </ns0:gs>
          </ns0:gsLst>
          <ns0:lin ang="5400000" scaled="0"/>
        </ns0:gradFill>
      </ns0:fillStyleLst>
      <ns0:lnStyleLst>
        <ns0:ln w="6350" cap="flat" cmpd="sng" algn="ctr">
          <ns0:solidFill>
            <ns0:schemeClr val="phClr"/>
          </ns0:solidFill>
          <ns0:prstDash val="solid"/>
          <ns0:miter lim="800000"/>
        </ns0:ln>
        <ns0:ln w="12700" cap="flat" cmpd="sng" algn="ctr">
          <ns0:solidFill>
            <ns0:schemeClr val="phClr"/>
          </ns0:solidFill>
          <ns0:prstDash val="solid"/>
          <ns0:miter lim="800000"/>
        </ns0:ln>
        <ns0:ln w="19050" cap="flat" cmpd="sng" algn="ctr">
          <ns0:solidFill>
            <ns0:schemeClr val="phClr"/>
          </ns0:solidFill>
          <ns0:prstDash val="solid"/>
          <ns0:miter lim="800000"/>
        </ns0:ln>
      </ns0:lnStyleLst>
      <ns0:effectStyleLst>
        <ns0:effectStyle>
          <ns0:effectLst/>
        </ns0:effectStyle>
        <ns0:effectStyle>
          <ns0:effectLst/>
        </ns0:effectStyle>
        <ns0:effectStyle>
          <ns0:effectLst>
            <ns0:outerShdw blurRad="57150" dist="19050" dir="5400000" algn="ctr" rotWithShape="0">
              <ns0:srgbClr val="000000">
                <ns0:alpha val="63000"/>
              </ns0:srgbClr>
            </ns0:outerShdw>
          </ns0:effectLst>
        </ns0:effectStyle>
      </ns0:effectStyleLst>
      <ns0:bgFillStyleLst>
        <ns0:solidFill>
          <ns0:schemeClr val="phClr"/>
        </ns0:solidFill>
        <ns0:solidFill>
          <ns0:schemeClr val="phClr">
            <ns0:tint val="95000"/>
            <ns0:satMod val="170000"/>
          </ns0:schemeClr>
        </ns0:solidFill>
        <ns0:gradFill rotWithShape="1">
          <ns0:gsLst>
            <ns0:gs pos="0">
              <ns0:schemeClr val="phClr">
                <ns0:tint val="93000"/>
                <ns0:satMod val="150000"/>
                <ns0:shade val="98000"/>
                <ns0:lumMod val="102000"/>
              </ns0:schemeClr>
            </ns0:gs>
            <ns0:gs pos="50000">
              <ns0:schemeClr val="phClr">
                <ns0:tint val="98000"/>
                <ns0:satMod val="130000"/>
                <ns0:shade val="90000"/>
                <ns0:lumMod val="103000"/>
              </ns0:schemeClr>
            </ns0:gs>
            <ns0:gs pos="100000">
              <ns0:schemeClr val="phClr">
                <ns0:shade val="63000"/>
                <ns0:satMod val="120000"/>
              </ns0:schemeClr>
            </ns0:gs>
          </ns0:gsLst>
          <ns0:lin ang="5400000" scaled="0"/>
        </ns0:gradFill>
      </ns0:bgFillStyleLst>
    </ns0:fmtScheme>
  </ns0:themeElements>
  <ns0:objectDefaults/>
  <ns0:extraClrSchemeLst/>
  <ns0:extLst>
    <ns0:ext uri="{05A4C25C-085E-4340-85A3-A5531E510DB2}">
      <ns1:themeFamily name="Office Theme" id="{62F939B6-93AF-4DB8-9C6B-D6C7DFDC589F}" vid="{4A3C46E8-61CC-4603-A589-7422A47A8E4A}"/>
    </ns0:ext>
  </ns0:extLst>
</ns0:theme>
</file>

<file path=docProps/app.xml><?xml version="1.0" encoding="utf-8"?>
<Properties xmlns="http://schemas.openxmlformats.org/officeDocument/2006/extended-properties" xmlns:vt="http://schemas.openxmlformats.org/officeDocument/2006/docPropsVTypes">
  <TotalTime>2</TotalTime>
  <Words>49</Words>
  <Application>Microsoft Macintosh PowerPoint</Application>
  <PresentationFormat>On-screen Show (16:9)</PresentationFormat>
  <Paragraphs>15</Paragraphs>
  <Slides>4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7" baseType="lpstr">
      <vt:lpstr>Arial</vt:lpstr>
      <vt:lpstr>Calibri</vt:lpstr>
      <vt:lpstr>Office Theme</vt:lpstr>
      <vt:lpstr>Presentation Title</vt:lpstr>
      <vt:lpstr>Slide Title</vt:lpstr>
      <vt:lpstr>Section header</vt:lpstr>
      <vt:lpstr>Slide Title for Two-Content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Title</dc:title>
  <dc:creator>Jesse Rosenthal</dc:creator>
  <cp:lastModifiedBy>Jesse Rosenthal</cp:lastModifiedBy>
  <cp:revision>5</cp:revision>
  <dcterms:created xsi:type="dcterms:W3CDTF">2017-06-05T14:10:58Z</dcterms:created>
  <dcterms:modified xsi:type="dcterms:W3CDTF">2022-01-02T22:49:03Z</dcterms:modified>
</cp:coreProperties>
</file>