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C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>
              <a:defRPr sz="4700" b="1">
                <a:solidFill>
                  <a:srgbClr val="FFFFFF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 sz="4700" b="1">
                <a:solidFill>
                  <a:srgbClr val="FFFFFF"/>
                </a:solidFill>
                <a:latin typeface="Aptos Display"/>
              </a:defRPr>
            </a:pPr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CBE8F9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CBE8F9"/>
                </a:solidFill>
                <a:latin typeface="Aptos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CBE8F9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1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>
              <a:defRPr sz="31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1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 sz="31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1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>
              <a:defRPr sz="31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>
              <a:defRPr sz="31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 sz="1900" b="0">
                <a:solidFill>
                  <a:srgbClr val="243A50"/>
                </a:solidFill>
                <a:latin typeface="Aptos"/>
              </a:defRPr>
            </a:pP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1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457200" y="1024128"/>
            <a:ext cx="8229600" cy="50292"/>
          </a:xfrm>
          <a:prstGeom prst="rect">
            <a:avLst/>
          </a:prstGeom>
          <a:solidFill>
            <a:srgbClr val="49A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>
              <a:defRPr sz="3100" b="1">
                <a:solidFill>
                  <a:srgbClr val="0C2440"/>
                </a:solidFill>
                <a:latin typeface="Aptos Display"/>
              </a:defRPr>
            </a:pPr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>
              <a:defRPr sz="1900" b="0">
                <a:solidFill>
                  <a:srgbClr val="243A50"/>
                </a:solidFill>
                <a:latin typeface="Aptos"/>
              </a:defRP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900" b="0">
                <a:solidFill>
                  <a:srgbClr val="637D94"/>
                </a:solidFill>
                <a:latin typeface="Aptos"/>
              </a:defRPr>
            </a:pPr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AzulRelatorio2026">
      <ns0:dk1>
        <ns0:sysClr val="windowText" lastClr="0C2440"/>
      </ns0:dk1>
      <ns0:lt1>
        <ns0:sysClr val="window" lastClr="FFFFFF"/>
      </ns0:lt1>
      <ns0:dk2>
        <ns0:srgbClr val="243A50"/>
      </ns0:dk2>
      <ns0:lt2>
        <ns0:srgbClr val="EAF4FB"/>
      </ns0:lt2>
      <ns0:accent1>
        <ns0:srgbClr val="176FC1"/>
      </ns0:accent1>
      <ns0:accent2>
        <ns0:srgbClr val="49A9DF"/>
      </ns0:accent2>
      <ns0:accent3>
        <ns0:srgbClr val="119DA4"/>
      </ns0:accent3>
      <ns0:accent4>
        <ns0:srgbClr val="8CA9C0"/>
      </ns0:accent4>
      <ns0:accent5>
        <ns0:srgbClr val="637D94"/>
      </ns0:accent5>
      <ns0:accent6>
        <ns0:srgbClr val="CBE8F9"/>
      </ns0:accent6>
      <ns0:hlink>
        <ns0:srgbClr val="176FC1"/>
      </ns0:hlink>
      <ns0:folHlink>
        <ns0:srgbClr val="135D9B"/>
      </ns0:folHlink>
    </ns0:clrScheme>
    <ns0:fontScheme name="Office">
      <ns0:majorFont>
        <ns0:latin typeface="Calibri"/>
        <ns0:ea typeface=""/>
        <ns0:cs typeface="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Calibri"/>
        <ns0:ea typeface=""/>
        <ns0:cs typeface="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ns0:theme xmlns:ns0="http://schemas.openxmlformats.org/drawingml/2006/main" xmlns:ns1="http://schemas.microsoft.com/office/thememl/2012/main" name="Office Theme">
  <ns0:themeElements>
    <ns0:clrScheme name="AzulRelatorio2026">
      <ns0:dk1>
        <ns0:sysClr val="windowText" lastClr="0C2440"/>
      </ns0:dk1>
      <ns0:lt1>
        <ns0:sysClr val="window" lastClr="FFFFFF"/>
      </ns0:lt1>
      <ns0:dk2>
        <ns0:srgbClr val="243A50"/>
      </ns0:dk2>
      <ns0:lt2>
        <ns0:srgbClr val="EAF4FB"/>
      </ns0:lt2>
      <ns0:accent1>
        <ns0:srgbClr val="176FC1"/>
      </ns0:accent1>
      <ns0:accent2>
        <ns0:srgbClr val="49A9DF"/>
      </ns0:accent2>
      <ns0:accent3>
        <ns0:srgbClr val="119DA4"/>
      </ns0:accent3>
      <ns0:accent4>
        <ns0:srgbClr val="8CA9C0"/>
      </ns0:accent4>
      <ns0:accent5>
        <ns0:srgbClr val="637D94"/>
      </ns0:accent5>
      <ns0:accent6>
        <ns0:srgbClr val="CBE8F9"/>
      </ns0:accent6>
      <ns0:hlink>
        <ns0:srgbClr val="176FC1"/>
      </ns0:hlink>
      <ns0:folHlink>
        <ns0:srgbClr val="135D9B"/>
      </ns0:folHlink>
    </ns0:clrScheme>
    <ns0:fontScheme name="Office">
      <ns0:majorFont>
        <ns0:latin typeface="Calibri Light" panose="020F0302020204030204"/>
        <ns0:ea typeface=""/>
        <ns0:cs typeface="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Calibri" panose="020F0502020204030204"/>
        <ns0:ea typeface=""/>
        <ns0:cs typeface="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6350" cap="flat" cmpd="sng" algn="ctr">
          <ns0:solidFill>
            <ns0:schemeClr val="phClr"/>
          </ns0:solidFill>
          <ns0:prstDash val="solid"/>
          <ns0:miter lim="800000"/>
        </ns0:ln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/>
  <ns0:extraClrSchemeLst/>
  <ns0:extLst>
    <ns0:ext uri="{05A4C25C-085E-4340-85A3-A5531E510DB2}">
      <ns1:themeFamily name="Office Theme" id="{62F939B6-93AF-4DB8-9C6B-D6C7DFDC589F}" vid="{4A3C46E8-61CC-4603-A589-7422A47A8E4A}"/>
    </ns0:ext>
  </ns0:extLst>
</ns0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